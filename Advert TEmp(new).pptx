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60A"/>
    <a:srgbClr val="075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8" autoAdjust="0"/>
    <p:restoredTop sz="94660"/>
  </p:normalViewPr>
  <p:slideViewPr>
    <p:cSldViewPr snapToGrid="0">
      <p:cViewPr varScale="1">
        <p:scale>
          <a:sx n="84" d="100"/>
          <a:sy n="84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4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7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7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0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6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6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3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FCB8E-CCDB-4867-BC8D-8F3C82F59E52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0C7B4-54D9-4F8C-ACF5-AC22BCC65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5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3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333" y="1122363"/>
            <a:ext cx="12022667" cy="2387600"/>
          </a:xfrm>
        </p:spPr>
        <p:txBody>
          <a:bodyPr>
            <a:noAutofit/>
          </a:bodyPr>
          <a:lstStyle/>
          <a:p>
            <a:r>
              <a:rPr lang="en-US" sz="9600" b="1" dirty="0" smtClean="0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Franklin Gothic Medium" panose="020B0603020102020204" pitchFamily="34" charset="0"/>
              </a:rPr>
              <a:t>GRAPHIC DESIGNING </a:t>
            </a:r>
            <a:endParaRPr lang="en-US" sz="9600" b="1" dirty="0"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Franklin Gothic Medium" panose="020B06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602038"/>
            <a:ext cx="9867900" cy="592772"/>
          </a:xfrm>
        </p:spPr>
        <p:txBody>
          <a:bodyPr>
            <a:normAutofit/>
          </a:bodyPr>
          <a:lstStyle/>
          <a:p>
            <a:r>
              <a:rPr lang="en-US" sz="36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ESSENTIAL TOOL TO DECORATE TECH-WORLD</a:t>
            </a:r>
            <a:endParaRPr lang="en-US" sz="3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31" y="5661830"/>
            <a:ext cx="1837989" cy="1196170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7703820" y="6111722"/>
            <a:ext cx="4290060" cy="296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 smtClean="0">
                <a:solidFill>
                  <a:srgbClr val="075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RURALNET TRAINING COLLEGE</a:t>
            </a:r>
            <a:endParaRPr lang="en-US" i="1" dirty="0">
              <a:solidFill>
                <a:srgbClr val="075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7" name="Rectangle 2" descr="bg hotel"/>
          <p:cNvSpPr>
            <a:spLocks noChangeArrowheads="1"/>
          </p:cNvSpPr>
          <p:nvPr/>
        </p:nvSpPr>
        <p:spPr bwMode="auto">
          <a:xfrm>
            <a:off x="556079" y="938848"/>
            <a:ext cx="5309752" cy="1196170"/>
          </a:xfrm>
          <a:prstGeom prst="rect">
            <a:avLst/>
          </a:prstGeom>
          <a:blipFill dpi="0" rotWithShape="0">
            <a:blip r:embed="rId5">
              <a:alphaModFix amt="18000"/>
            </a:blip>
            <a:srcRect/>
            <a:stretch>
              <a:fillRect/>
            </a:stretch>
          </a:blipFill>
          <a:ln w="25400" algn="ctr">
            <a:noFill/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lue background. Blue background. Blue and white background. Abstract Blue  background template. Cover background. Abstract template blue background  white squares. vector design illustr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454364" y="-3454366"/>
            <a:ext cx="5248275" cy="1215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23" y="943062"/>
            <a:ext cx="4540954" cy="981429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ROAD CLERK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9327" y="2535409"/>
            <a:ext cx="7094299" cy="12449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anose="02050806060905020404" pitchFamily="18" charset="0"/>
              </a:rPr>
              <a:t>CHAIRMAN</a:t>
            </a:r>
            <a:endParaRPr lang="en-US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nard MT Condensed" panose="020508060609050204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157" y="332144"/>
            <a:ext cx="11707061" cy="746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5400" dirty="0" smtClean="0">
                <a:ln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RANGALA BOOKING OFFICE</a:t>
            </a:r>
            <a:endParaRPr lang="en-US" sz="5400" dirty="0">
              <a:ln>
                <a:solidFill>
                  <a:schemeClr val="bg1"/>
                </a:solidFill>
              </a:ln>
              <a:latin typeface="Arial Black" panose="020B0A040201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5044" y="4965521"/>
            <a:ext cx="4910667" cy="746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MAURICE OCHIENG</a:t>
            </a:r>
            <a:endParaRPr lang="en-US" dirty="0"/>
          </a:p>
        </p:txBody>
      </p:sp>
      <p:pic>
        <p:nvPicPr>
          <p:cNvPr id="1028" name="Picture 4" descr="Blue white background Images - Free Download on Magnific (formerly Freepik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57"/>
          <a:stretch/>
        </p:blipFill>
        <p:spPr bwMode="auto">
          <a:xfrm>
            <a:off x="0" y="4831644"/>
            <a:ext cx="12192000" cy="202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70" b="33561"/>
          <a:stretch/>
        </p:blipFill>
        <p:spPr>
          <a:xfrm flipH="1">
            <a:off x="91157" y="1145738"/>
            <a:ext cx="3397108" cy="35371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97717" y="5042253"/>
            <a:ext cx="1837989" cy="1619804"/>
          </a:xfrm>
          <a:prstGeom prst="roundRect">
            <a:avLst>
              <a:gd name="adj" fmla="val 148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91157" y="4551539"/>
            <a:ext cx="4921110" cy="9814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anose="020B0603020102020204" pitchFamily="34" charset="0"/>
              </a:rPr>
              <a:t>MAURICE OCHIENG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717" y="5157660"/>
            <a:ext cx="1837989" cy="149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3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143" y="118382"/>
            <a:ext cx="10515600" cy="1325563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r>
              <a:rPr lang="en-US" sz="8000" dirty="0" smtClean="0">
                <a:ln w="28575">
                  <a:solidFill>
                    <a:schemeClr val="tx1"/>
                  </a:solidFill>
                </a:ln>
                <a:gradFill flip="none" rotWithShape="1">
                  <a:gsLst>
                    <a:gs pos="19000">
                      <a:srgbClr val="00B050"/>
                    </a:gs>
                    <a:gs pos="49000">
                      <a:schemeClr val="tx2">
                        <a:lumMod val="60000"/>
                        <a:lumOff val="40000"/>
                      </a:schemeClr>
                    </a:gs>
                    <a:gs pos="84000">
                      <a:srgbClr val="04360A"/>
                    </a:gs>
                  </a:gsLst>
                  <a:lin ang="2700000" scaled="1"/>
                  <a:tileRect/>
                </a:gradFill>
                <a:latin typeface="Arial Black" panose="020B0A04020102020204" pitchFamily="34" charset="0"/>
              </a:rPr>
              <a:t>COURSE DETAILS</a:t>
            </a:r>
            <a:endParaRPr lang="en-US" sz="8000" dirty="0">
              <a:ln w="28575">
                <a:solidFill>
                  <a:schemeClr val="tx1"/>
                </a:solidFill>
              </a:ln>
              <a:gradFill flip="none" rotWithShape="1">
                <a:gsLst>
                  <a:gs pos="19000">
                    <a:srgbClr val="00B050"/>
                  </a:gs>
                  <a:gs pos="49000">
                    <a:schemeClr val="tx2">
                      <a:lumMod val="60000"/>
                      <a:lumOff val="40000"/>
                    </a:schemeClr>
                  </a:gs>
                  <a:gs pos="84000">
                    <a:srgbClr val="04360A"/>
                  </a:gs>
                </a:gsLst>
                <a:lin ang="2700000" scaled="1"/>
                <a:tileRect/>
              </a:gradFill>
              <a:latin typeface="Arial Black" panose="020B0A040201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972437"/>
              </p:ext>
            </p:extLst>
          </p:nvPr>
        </p:nvGraphicFramePr>
        <p:xfrm>
          <a:off x="780143" y="1443945"/>
          <a:ext cx="8474837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434789"/>
                    </a:ext>
                  </a:extLst>
                </a:gridCol>
                <a:gridCol w="1972437">
                  <a:extLst>
                    <a:ext uri="{9D8B030D-6E8A-4147-A177-3AD203B41FA5}">
                      <a16:colId xmlns:a16="http://schemas.microsoft.com/office/drawing/2014/main" val="765148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8156836"/>
                    </a:ext>
                  </a:extLst>
                </a:gridCol>
                <a:gridCol w="1832428">
                  <a:extLst>
                    <a:ext uri="{9D8B030D-6E8A-4147-A177-3AD203B41FA5}">
                      <a16:colId xmlns:a16="http://schemas.microsoft.com/office/drawing/2014/main" val="1115084836"/>
                    </a:ext>
                  </a:extLst>
                </a:gridCol>
                <a:gridCol w="1418772">
                  <a:extLst>
                    <a:ext uri="{9D8B030D-6E8A-4147-A177-3AD203B41FA5}">
                      <a16:colId xmlns:a16="http://schemas.microsoft.com/office/drawing/2014/main" val="725657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QUALIFICATION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589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ICT101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ICT Essentials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6,600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9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WEB103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Web Development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1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PYT106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Programming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r>
                        <a:rPr lang="en-US" baseline="0" dirty="0" smtClean="0"/>
                        <a:t>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16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GRD101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Graphic Designing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month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24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CCTV101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CCTV Operations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month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34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CRM102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Compute</a:t>
                      </a:r>
                      <a:r>
                        <a:rPr lang="en-US" baseline="0" dirty="0" smtClean="0"/>
                        <a:t> Repair and </a:t>
                      </a:r>
                      <a:r>
                        <a:rPr lang="en-US" baseline="0" dirty="0" err="1" smtClean="0"/>
                        <a:t>Maintanance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46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QBO101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Quickbooks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month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37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DA103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7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DM101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Digital</a:t>
                      </a:r>
                      <a:r>
                        <a:rPr lang="en-US" baseline="0" dirty="0" smtClean="0"/>
                        <a:t> Marketing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55408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710057" y="2206171"/>
            <a:ext cx="43565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Course codes for:</a:t>
            </a:r>
          </a:p>
          <a:p>
            <a:r>
              <a:rPr lang="en-US" dirty="0" smtClean="0"/>
              <a:t>ICT essentials (2 months),</a:t>
            </a:r>
          </a:p>
          <a:p>
            <a:r>
              <a:rPr lang="en-US" dirty="0" smtClean="0"/>
              <a:t>Web development (3 months),</a:t>
            </a:r>
          </a:p>
          <a:p>
            <a:r>
              <a:rPr lang="en-US" dirty="0" smtClean="0"/>
              <a:t>Python Programming (6 months),</a:t>
            </a:r>
          </a:p>
          <a:p>
            <a:r>
              <a:rPr lang="en-US" dirty="0" smtClean="0"/>
              <a:t>Graphic Designing (1 month),</a:t>
            </a:r>
          </a:p>
          <a:p>
            <a:r>
              <a:rPr lang="en-US" dirty="0" smtClean="0"/>
              <a:t>CCTV Operations (2 months)</a:t>
            </a:r>
          </a:p>
          <a:p>
            <a:r>
              <a:rPr lang="en-US" dirty="0" smtClean="0"/>
              <a:t>Computer Repair &amp; </a:t>
            </a:r>
            <a:r>
              <a:rPr lang="en-US" dirty="0" err="1" smtClean="0"/>
              <a:t>Maintanance</a:t>
            </a:r>
            <a:r>
              <a:rPr lang="en-US" dirty="0" smtClean="0"/>
              <a:t> (2 months)</a:t>
            </a:r>
          </a:p>
          <a:p>
            <a:r>
              <a:rPr lang="en-US" dirty="0" smtClean="0"/>
              <a:t>QuickBooks (1 month)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8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425523" y="437092"/>
            <a:ext cx="7575551" cy="5321300"/>
          </a:xfrm>
          <a:prstGeom prst="rect">
            <a:avLst/>
          </a:prstGeom>
          <a:gradFill rotWithShape="0">
            <a:gsLst>
              <a:gs pos="0">
                <a:srgbClr val="D1D4FD"/>
              </a:gs>
              <a:gs pos="100000">
                <a:srgbClr val="D3F1C5"/>
              </a:gs>
            </a:gsLst>
            <a:lin ang="540000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84601" y="2066270"/>
            <a:ext cx="4324979" cy="2489981"/>
          </a:xfrm>
          <a:prstGeom prst="rect">
            <a:avLst/>
          </a:prstGeom>
          <a:blipFill dpi="0" rotWithShape="1">
            <a:blip r:embed="rId2" cstate="print">
              <a:alphaModFix amt="2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rol 3"/>
          <p:cNvSpPr>
            <a:spLocks noChangeArrowheads="1" noChangeShapeType="1"/>
          </p:cNvSpPr>
          <p:nvPr/>
        </p:nvSpPr>
        <p:spPr bwMode="auto">
          <a:xfrm>
            <a:off x="1684601" y="1060980"/>
            <a:ext cx="8118035" cy="566719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CODE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COURSE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DURATION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QUALIFICATION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FEES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ICT101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ICT Essentials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6,600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WEB103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Web Development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PYT106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Programming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35,000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GRD101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Graphic Designing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 month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CCTV101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CCTV Operations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 month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15,000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CRM102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Compute Repair and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Maintanance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QBO101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Quickbooks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 month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14,000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DA103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Analysis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DM101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 months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20,000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CM11-23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Certificate in Accounting and Management Skills</a:t>
            </a:r>
            <a:endParaRPr kumimoji="0" lang="en-US" altLang="en-US" sz="1000" b="1" i="0" u="none" strike="noStrike" cap="none" normalizeH="0" baseline="0" dirty="0" smtClean="0">
              <a:ln>
                <a:noFill/>
              </a:ln>
              <a:solidFill>
                <a:srgbClr val="1D4418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12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25,500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AD11-34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Accounting Technician Diploma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18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C-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38,500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DQM11-47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Diploma in Quality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24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C-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54,600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DN11-33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Diploma in Computer Network and System Administration 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1D4418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24 months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C-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40,000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DD11-33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Diploma in Data Management and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24 months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C-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40,100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CA11-37WP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 Narrow" panose="020B0606020202030204" pitchFamily="34" charset="0"/>
              </a:rPr>
              <a:t>Certified Public Accountants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48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KCSE C+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1D4418"/>
                </a:solidFill>
                <a:effectLst/>
                <a:latin typeface="Arial" panose="020B0604020202020204" pitchFamily="34" charset="0"/>
              </a:rPr>
              <a:t>115,800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sng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Accounting &amp; Finance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136" y="546630"/>
            <a:ext cx="6804025" cy="65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471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259</Words>
  <Application>Microsoft Office PowerPoint</Application>
  <PresentationFormat>Widescreen</PresentationFormat>
  <Paragraphs>140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Arial Narrow</vt:lpstr>
      <vt:lpstr>Bernard MT Condensed</vt:lpstr>
      <vt:lpstr>Calibri</vt:lpstr>
      <vt:lpstr>Calibri Light</vt:lpstr>
      <vt:lpstr>Franklin Gothic Medium</vt:lpstr>
      <vt:lpstr>Office Theme</vt:lpstr>
      <vt:lpstr>GRAPHIC DESIGNING </vt:lpstr>
      <vt:lpstr>ROAD CLERK</vt:lpstr>
      <vt:lpstr>COURSE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DESIGNING</dc:title>
  <dc:creator>RURALNET 2025</dc:creator>
  <cp:lastModifiedBy>RURALNET 2025</cp:lastModifiedBy>
  <cp:revision>15</cp:revision>
  <dcterms:created xsi:type="dcterms:W3CDTF">2026-10-07T05:11:28Z</dcterms:created>
  <dcterms:modified xsi:type="dcterms:W3CDTF">2026-10-22T06:16:31Z</dcterms:modified>
</cp:coreProperties>
</file>